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edu/gui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457200" y="457200"/>
            <a:ext cx="11277600" cy="5943600"/>
          </a:xfrm>
          <a:prstGeom prst="roundRect">
            <a:avLst>
              <a:gd name="adj" fmla="val 1231"/>
            </a:avLst>
          </a:prstGeom>
          <a:solidFill>
            <a:srgbClr val="12314F"/>
          </a:solidFill>
          <a:ln w="38100">
            <a:solidFill>
              <a:srgbClr val="1F4F7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762000" y="914400"/>
            <a:ext cx="10668000" cy="22860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Nghiên cứu và trình bày</a:t>
            </a:r>
            <a:endParaRPr lang="en-US" sz="5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Building a </a:t>
            </a:r>
            <a:pPr algn="ctr" indent="0" marL="0">
              <a:lnSpc>
                <a:spcPct val="120000"/>
              </a:lnSpc>
              <a:buNone/>
            </a:pPr>
            <a:r>
              <a:rPr lang="en-US" sz="2700" i="1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sticker</a:t>
            </a:r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presentation</a:t>
            </a:r>
            <a:endParaRPr lang="en-US" sz="5400" dirty="0"/>
          </a:p>
        </p:txBody>
      </p:sp>
      <p:pic>
        <p:nvPicPr>
          <p:cNvPr id="4" name="Sample sticker" descr="Mint circle sample sticker (transparent background)">    </p:cNvPr>
          <p:cNvPicPr>
            <a:picLocks noChangeAspect="1"/>
          </p:cNvPicPr>
          <p:nvPr/>
        </p:nvPicPr>
        <p:blipFill>
          <a:blip r:embed="rId1"/>
          <a:srcRect l="10000" r="20000" t="12000" b="26000"/>
          <a:stretch/>
        </p:blipFill>
        <p:spPr>
          <a:xfrm flipH="1" rot="720000">
            <a:off x="8101872" y="4036843"/>
            <a:ext cx="2438400" cy="2438400"/>
          </a:xfrm>
          <a:prstGeom prst="rect">
            <a:avLst/>
          </a:prstGeom>
        </p:spPr>
      </p:pic>
      <p:sp>
        <p:nvSpPr>
          <p:cNvPr id="5" name="Accent circle"/>
          <p:cNvSpPr/>
          <p:nvPr/>
        </p:nvSpPr>
        <p:spPr>
          <a:xfrm>
            <a:off x="1143000" y="4000500"/>
            <a:ext cx="1524000" cy="1524000"/>
          </a:xfrm>
          <a:prstGeom prst="ellipse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Rotated note"/>
          <p:cNvSpPr/>
          <p:nvPr/>
        </p:nvSpPr>
        <p:spPr>
          <a:xfrm rot="21000000">
            <a:off x="5974352" y="4977978"/>
            <a:ext cx="4000500" cy="1143000"/>
          </a:xfrm>
          <a:prstGeom prst="rect">
            <a:avLst/>
          </a:prstGeom>
          <a:noFill/>
          <a:ln/>
        </p:spPr>
        <p:txBody>
          <a:bodyPr wrap="square" lIns="1323" tIns="1323" rIns="1323" bIns="1323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FFE7A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Xoay văn bản 350 độ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"/>
          <p:cNvSpPr/>
          <p:nvPr/>
        </p:nvSpPr>
        <p:spPr>
          <a:xfrm>
            <a:off x="762000" y="2133600"/>
            <a:ext cx="6096000" cy="3810000"/>
          </a:xfrm>
          <a:prstGeom prst="rect">
            <a:avLst/>
          </a:prstGeom>
          <a:noFill/>
          <a:ln/>
        </p:spPr>
        <p:txBody>
          <a:bodyPr wrap="square" lIns="1588" tIns="1588" rIns="1588" bIns="1588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10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 tắt kết quả: </a:t>
            </a:r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ấn tượng, rõ ràng và dễ đọc.</a:t>
            </a:r>
            <a:endParaRPr lang="en-US" sz="2100" dirty="0"/>
          </a:p>
          <a:p>
            <a:pPr algn="l"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800" u="sng" dirty="0">
                <a:solidFill>
                  <a:srgbClr val="08B87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Xem hướng dẫn</a:t>
            </a:r>
            <a:pPr algn="l"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khi nộp bài.</a:t>
            </a:r>
            <a:endParaRPr lang="en-US" sz="2100" dirty="0"/>
          </a:p>
          <a:p>
            <a:pPr algn="l"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luận và đề xuất.</a:t>
            </a:r>
            <a:endParaRPr lang="en-US" sz="2100" dirty="0"/>
          </a:p>
        </p:txBody>
      </p:sp>
      <p:sp>
        <p:nvSpPr>
          <p:cNvPr id="3" name="Divider"/>
          <p:cNvSpPr/>
          <p:nvPr/>
        </p:nvSpPr>
        <p:spPr>
          <a:xfrm>
            <a:off x="762000" y="6286500"/>
            <a:ext cx="10668000" cy="0"/>
          </a:xfrm>
          <a:prstGeom prst="line">
            <a:avLst/>
          </a:prstGeom>
          <a:noFill/>
          <a:ln w="38100">
            <a:solidFill>
              <a:srgbClr val="C9D6E4"/>
            </a:solidFill>
            <a:prstDash val="solid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trình bày mẫu — Fixture</dc:title>
  <dc:subject>StickerLab presentation</dc:subject>
  <dc:creator>StickerLab</dc:creator>
  <cp:lastModifiedBy>StickerLab</cp:lastModifiedBy>
  <cp:revision>1</cp:revision>
  <dcterms:created xsi:type="dcterms:W3CDTF">2026-09-14T04:08:39Z</dcterms:created>
  <dcterms:modified xsi:type="dcterms:W3CDTF">2026-09-14T04:08:39Z</dcterms:modified>
</cp:coreProperties>
</file>