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01F8837-9459-44D0-94EF-2FCA645EC4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8B98F5-E18D-43D7-A983-B41896A608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33B1C0-B507-4785-AAC4-46C447C737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example.edu/gui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nel"/>
          <p:cNvSpPr/>
          <p:nvPr/>
        </p:nvSpPr>
        <p:spPr>
          <a:xfrm>
            <a:off x="457200" y="457200"/>
            <a:ext cx="11277360" cy="5943240"/>
          </a:xfrm>
          <a:prstGeom prst="roundRect">
            <a:avLst>
              <a:gd name="adj" fmla="val 1231"/>
            </a:avLst>
          </a:prstGeom>
          <a:solidFill>
            <a:srgbClr val="12314F"/>
          </a:solidFill>
          <a:ln w="38100">
            <a:solidFill>
              <a:srgbClr val="1F4F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itle"/>
          <p:cNvSpPr/>
          <p:nvPr/>
        </p:nvSpPr>
        <p:spPr>
          <a:xfrm>
            <a:off x="762120" y="914400"/>
            <a:ext cx="10667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Spectral"/>
                <a:ea typeface="Spectral"/>
              </a:rPr>
              <a:t>Nghiên cứu và trình bày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700" b="0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Building a </a:t>
            </a:r>
            <a:r>
              <a:rPr lang="en-US" sz="2700" b="0" i="1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sticker</a:t>
            </a:r>
            <a:r>
              <a:rPr lang="en-US" sz="2700" b="1" u="none" strike="noStrike">
                <a:solidFill>
                  <a:srgbClr val="D7F4E6"/>
                </a:solidFill>
                <a:effectLst/>
                <a:uFillTx/>
                <a:latin typeface="Be Vietnam Pro"/>
                <a:ea typeface="Be Vietnam Pro"/>
              </a:rPr>
              <a:t> presentation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Sample sticker" descr="Mint circle sample sticker (transparent background)"/>
          <p:cNvPicPr/>
          <p:nvPr/>
        </p:nvPicPr>
        <p:blipFill>
          <a:blip r:embed="rId1"/>
          <a:srcRect l="9996" t="12004" r="19991" b="26000"/>
          <a:stretch/>
        </p:blipFill>
        <p:spPr>
          <a:xfrm flipH="1" rot="720000">
            <a:off x="9016920" y="495108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Accent circle"/>
          <p:cNvSpPr/>
          <p:nvPr/>
        </p:nvSpPr>
        <p:spPr>
          <a:xfrm>
            <a:off x="1143000" y="4000680"/>
            <a:ext cx="1523520" cy="1523520"/>
          </a:xfrm>
          <a:prstGeom prst="ellipse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otated note"/>
          <p:cNvSpPr/>
          <p:nvPr/>
        </p:nvSpPr>
        <p:spPr>
          <a:xfrm rot="21000000">
            <a:off x="5974200" y="4978080"/>
            <a:ext cx="40003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E7A3"/>
                </a:solidFill>
                <a:effectLst/>
                <a:uFillTx/>
                <a:latin typeface="Be Vietnam Pro"/>
                <a:ea typeface="Be Vietnam Pro"/>
              </a:rPr>
              <a:t>Xoay văn bản 350 độ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ullets"/>
          <p:cNvSpPr/>
          <p:nvPr/>
        </p:nvSpPr>
        <p:spPr>
          <a:xfrm>
            <a:off x="762120" y="2133720"/>
            <a:ext cx="6095520" cy="38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t">
            <a:noAutofit/>
          </a:bodyPr>
          <a:p>
            <a:pPr marL="343080" indent="-343080" defTabSz="914400">
              <a:lnSpc>
                <a:spcPct val="135000"/>
              </a:lnSpc>
              <a:buClr>
                <a:srgbClr val="08152F"/>
              </a:buClr>
              <a:buFont typeface="Symbol" charset="2"/>
              <a:buChar char=""/>
            </a:pPr>
            <a:r>
              <a:rPr lang="en-US" sz="2100" b="1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Tóm tắt kết quả: </a:t>
            </a:r>
            <a:r>
              <a:rPr lang="en-US" sz="21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ấn tượng, rõ ràng và dễ đọc.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 defTabSz="914400">
              <a:lnSpc>
                <a:spcPct val="135000"/>
              </a:lnSpc>
              <a:buClr>
                <a:srgbClr val="08B879"/>
              </a:buClr>
              <a:buFont typeface="Symbol" charset="2"/>
              <a:buChar char=""/>
            </a:pPr>
            <a:r>
              <a:rPr lang="en-US" sz="1800" b="0" u="sng" strike="noStrike">
                <a:solidFill>
                  <a:srgbClr val="08B879"/>
                </a:solidFill>
                <a:effectLst/>
                <a:uFillTx/>
                <a:latin typeface="Be Vietnam Pro"/>
                <a:ea typeface="Be Vietnam Pro"/>
                <a:hlinkClick r:id="rId1"/>
              </a:rPr>
              <a:t>Xem hướng dẫn</a:t>
            </a:r>
            <a:r>
              <a:rPr lang="en-US" sz="18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 sau khi chỉnh sửa trong LibreOffice.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5000"/>
              </a:lnSpc>
              <a:buClr>
                <a:srgbClr val="08152F"/>
              </a:buClr>
              <a:buFont typeface="Calibri Light"/>
              <a:buAutoNum type="arabicPeriod"/>
            </a:pPr>
            <a:r>
              <a:rPr lang="en-US" sz="2100" b="0" u="none" strike="noStrike">
                <a:solidFill>
                  <a:srgbClr val="08152F"/>
                </a:solidFill>
                <a:effectLst/>
                <a:uFillTx/>
                <a:latin typeface="Be Vietnam Pro"/>
                <a:ea typeface="Be Vietnam Pro"/>
              </a:rPr>
              <a:t>Kết luận và đề xuất.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Divider"/>
          <p:cNvSpPr/>
          <p:nvPr/>
        </p:nvSpPr>
        <p:spPr>
          <a:xfrm>
            <a:off x="761760" y="6286320"/>
            <a:ext cx="10668240" cy="360"/>
          </a:xfrm>
          <a:prstGeom prst="line">
            <a:avLst/>
          </a:prstGeom>
          <a:ln w="38100">
            <a:solidFill>
              <a:srgbClr val="C9D6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2026-09-14T04:08:39Z</dcterms:created>
  <dc:creator>StickerLab</dc:creator>
  <dc:description/>
  <dc:language>en-US</dc:language>
  <cp:lastModifiedBy/>
  <dcterms:modified xsi:type="dcterms:W3CDTF">2026-09-14T11:08:48Z</dcterms:modified>
  <cp:revision>2</cp:revision>
  <dc:subject>StickerLab presentation</dc:subject>
  <dc:title>Bài trình bày mẫu — Fixture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(16:9)</vt:lpwstr>
  </property>
  <property fmtid="{D5CDD505-2E9C-101B-9397-08002B2CF9AE}" pid="4" name="Slides">
    <vt:r8>2</vt:r8>
  </property>
</Properties>
</file>