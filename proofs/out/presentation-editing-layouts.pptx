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/>
          <p:nvPr/>
        </p:nvSpPr>
        <p:spPr>
          <a:xfrm>
            <a:off x="762000" y="533400"/>
            <a:ext cx="10668000" cy="990600"/>
          </a:xfrm>
          <a:prstGeom prst="rect">
            <a:avLst/>
          </a:prstGeom>
          <a:noFill/>
          <a:ln/>
        </p:spPr>
        <p:txBody>
          <a:bodyPr wrap="square" lIns="1058" tIns="1058" rIns="1058" bIns="1058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200" dirty="0">
                <a:solidFill>
                  <a:srgbClr val="08152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Slide heading</a:t>
            </a:r>
            <a:endParaRPr lang="en-US" sz="4200" dirty="0"/>
          </a:p>
        </p:txBody>
      </p:sp>
      <p:sp>
        <p:nvSpPr>
          <p:cNvPr id="3" name="Body text"/>
          <p:cNvSpPr/>
          <p:nvPr/>
        </p:nvSpPr>
        <p:spPr>
          <a:xfrm>
            <a:off x="762000" y="1905000"/>
            <a:ext cx="10668000" cy="3810000"/>
          </a:xfrm>
          <a:prstGeom prst="rect">
            <a:avLst/>
          </a:prstGeom>
          <a:noFill/>
          <a:ln/>
        </p:spPr>
        <p:txBody>
          <a:bodyPr wrap="square" lIns="1058" tIns="1058" rIns="1058" bIns="1058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Add your main points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 area"/>
          <p:cNvSpPr/>
          <p:nvPr/>
        </p:nvSpPr>
        <p:spPr>
          <a:xfrm>
            <a:off x="1524000" y="609600"/>
            <a:ext cx="9144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B879"/>
            </a:solidFill>
            <a:prstDash val="solid"/>
          </a:ln>
        </p:spPr>
      </p:sp>
      <p:sp>
        <p:nvSpPr>
          <p:cNvPr id="3" name="Body text"/>
          <p:cNvSpPr/>
          <p:nvPr/>
        </p:nvSpPr>
        <p:spPr>
          <a:xfrm>
            <a:off x="1524000" y="5410200"/>
            <a:ext cx="9144000" cy="838200"/>
          </a:xfrm>
          <a:prstGeom prst="rect">
            <a:avLst/>
          </a:prstGeom>
          <a:noFill/>
          <a:ln/>
        </p:spPr>
        <p:txBody>
          <a:bodyPr wrap="square" lIns="1058" tIns="1058" rIns="1058" bIns="1058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Add a caption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>StickerLab presentation</dc:subject>
  <dc:creator>StickerLab</dc:creator>
  <cp:lastModifiedBy>StickerLab</cp:lastModifiedBy>
  <cp:revision>1</cp:revision>
  <dcterms:created xsi:type="dcterms:W3CDTF">2026-09-19T07:46:02Z</dcterms:created>
  <dcterms:modified xsi:type="dcterms:W3CDTF">2026-09-19T07:46:02Z</dcterms:modified>
</cp:coreProperties>
</file>