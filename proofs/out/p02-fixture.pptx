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example.edu/guide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77600" cy="5943600"/>
          </a:xfrm>
          <a:prstGeom prst="roundRect">
            <a:avLst>
              <a:gd name="adj" fmla="val 1231"/>
            </a:avLst>
          </a:prstGeom>
          <a:solidFill>
            <a:srgbClr val="12314F"/>
          </a:solidFill>
          <a:ln w="38100">
            <a:solidFill>
              <a:srgbClr val="1F4F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2000" y="914400"/>
            <a:ext cx="10668000" cy="2286000"/>
          </a:xfrm>
          <a:prstGeom prst="rect">
            <a:avLst/>
          </a:prstGeom>
          <a:noFill/>
          <a:ln/>
        </p:spPr>
        <p:txBody>
          <a:bodyPr wrap="square" lIns="1058" tIns="1058" rIns="1058" bIns="1058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Nghiên cứu và trình bày</a:t>
            </a:r>
            <a:endParaRPr lang="en-US" sz="5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700" dirty="0">
                <a:solidFill>
                  <a:srgbClr val="D7F4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Building a </a:t>
            </a:r>
            <a:pPr algn="ctr" indent="0" marL="0">
              <a:lnSpc>
                <a:spcPct val="120000"/>
              </a:lnSpc>
              <a:buNone/>
            </a:pPr>
            <a:r>
              <a:rPr lang="en-US" sz="2700" i="1" dirty="0">
                <a:solidFill>
                  <a:srgbClr val="D7F4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sticker</a:t>
            </a:r>
            <a:pPr algn="ctr" indent="0" marL="0">
              <a:lnSpc>
                <a:spcPct val="120000"/>
              </a:lnSpc>
              <a:buNone/>
            </a:pPr>
            <a:r>
              <a:rPr lang="en-US" sz="2700" b="1" dirty="0">
                <a:solidFill>
                  <a:srgbClr val="D7F4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presentation</a:t>
            </a:r>
            <a:endParaRPr lang="en-US" sz="5400" dirty="0"/>
          </a:p>
        </p:txBody>
      </p:sp>
      <p:pic>
        <p:nvPicPr>
          <p:cNvPr id="4" name="Image 0" descr="Mint circle sample sticker (transparent background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0" y="3810000"/>
            <a:ext cx="2438400" cy="2438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4000500"/>
            <a:ext cx="1524000" cy="152400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133600"/>
            <a:ext cx="6096000" cy="3810000"/>
          </a:xfrm>
          <a:prstGeom prst="rect">
            <a:avLst/>
          </a:prstGeom>
          <a:noFill/>
          <a:ln/>
        </p:spPr>
        <p:txBody>
          <a:bodyPr wrap="square" lIns="1588" tIns="1588" rIns="1588" bIns="1588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b="1" dirty="0">
                <a:solidFill>
                  <a:srgbClr val="08152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Tóm tắt kết quả: </a:t>
            </a:r>
            <a:pPr algn="l" marL="342900" indent="-342900">
              <a:lnSpc>
                <a:spcPct val="135000"/>
              </a:lnSpc>
              <a:buSzPct val="100000"/>
              <a:buChar char="•"/>
            </a:pPr>
            <a:r>
              <a:rPr lang="en-US" sz="2100" dirty="0">
                <a:solidFill>
                  <a:srgbClr val="08152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ấn tượng, rõ ràng và dễ đọc.</a:t>
            </a:r>
            <a:endParaRPr lang="en-US" sz="2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800" u="sng" dirty="0">
                <a:solidFill>
                  <a:srgbClr val="08B87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Xem hướng dẫn</a:t>
            </a:r>
            <a:pPr algn="l" lvl="1" marL="685800" indent="-3429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08152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 khi nộp bài.</a:t>
            </a:r>
            <a:endParaRPr lang="en-US" sz="2100" dirty="0"/>
          </a:p>
          <a:p>
            <a:pPr algn="l" marL="342900" indent="-342900">
              <a:lnSpc>
                <a:spcPct val="135000"/>
              </a:lnSpc>
              <a:buSzPct val="100000"/>
              <a:buFont typeface="+mj-lt"/>
              <a:buAutoNum type="arabicPeriod" startAt="1"/>
            </a:pPr>
            <a:r>
              <a:rPr lang="en-US" sz="2100" dirty="0">
                <a:solidFill>
                  <a:srgbClr val="08152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 luận và đề xuất.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762000" y="6286500"/>
            <a:ext cx="10668000" cy="0"/>
          </a:xfrm>
          <a:prstGeom prst="line">
            <a:avLst/>
          </a:prstGeom>
          <a:noFill/>
          <a:ln w="38100">
            <a:solidFill>
              <a:srgbClr val="C9D6E4"/>
            </a:solidFill>
            <a:prstDash val="solid"/>
            <a:tailEnd type="none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Bài trình bày mẫu — Fixture</dc:title>
  <dc:subject>PptxGenJS Presentation</dc:subject>
  <dc:creator>StickerLab proof</dc:creator>
  <cp:lastModifiedBy>StickerLab proof</cp:lastModifiedBy>
  <cp:revision>1</cp:revision>
  <dcterms:created xsi:type="dcterms:W3CDTF">2026-09-10T11:39:48Z</dcterms:created>
  <dcterms:modified xsi:type="dcterms:W3CDTF">2026-09-10T11:39:48Z</dcterms:modified>
</cp:coreProperties>
</file>