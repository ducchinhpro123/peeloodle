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143000"/>
            <a:ext cx="66675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B1F3B"/>
                </a:solidFill>
                <a:latin typeface="Spectral" pitchFamily="34" charset="0"/>
                <a:ea typeface="Spectral" pitchFamily="34" charset="-122"/>
                <a:cs typeface="Spectral" pitchFamily="34" charset="-120"/>
              </a:rPr>
              <a:t>Đánh giá tác động của biến đổi khí hậu đến sản xuất nông nghiệp và sinh kế của người dân đồng bằng sông Cửu Long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8B87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 khóa: </a:t>
            </a:r>
            <a:pPr algn="l"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khí hậu, nông nghiệp, sinh kế, Đồng bằng sông Cửu Long, thích ứng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09600"/>
            <a:ext cx="10668000" cy="5715000"/>
          </a:xfrm>
          <a:prstGeom prst="rect">
            <a:avLst/>
          </a:prstGeom>
          <a:noFill/>
          <a:ln/>
        </p:spPr>
        <p:txBody>
          <a:bodyPr wrap="square" lIns="1058" tIns="1058" rIns="1058" bIns="1058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nghiên cứu: 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95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đổi khí hậu ảnh hưởng như thế nào đến năng suất lúa và thu nhập của hộ nông dân?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 pháp: </a:t>
            </a:r>
            <a:pPr algn="l" lvl="1" marL="685800" indent="-342900">
              <a:lnSpc>
                <a:spcPct val="130000"/>
              </a:lnSpc>
              <a:buSzPct val="100000"/>
              <a:buChar char="•"/>
            </a:pPr>
            <a:r>
              <a:rPr lang="en-US" sz="195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hợp dữ liệu vệ tinh, phỏng vấn 1.200 hộ và mô hình kinh tế lượng đa cấp.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chính: </a:t>
            </a:r>
            <a:pPr algn="l" marL="342900" indent="-342900">
              <a:lnSpc>
                <a:spcPct val="130000"/>
              </a:lnSpc>
              <a:buSzPct val="100000"/>
              <a:buFont typeface="+mj-lt"/>
              <a:buAutoNum type="arabicPeriod" startAt="1"/>
            </a:pPr>
            <a:r>
              <a:rPr lang="en-US" sz="195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Năng suất giảm 12% ở vùng nhiễm mặn; hộ nghèo chịu tổn thất nặng nhất.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 chế: </a:t>
            </a:r>
            <a:pPr algn="l" marL="342900" indent="-342900">
              <a:lnSpc>
                <a:spcPct val="130000"/>
              </a:lnSpc>
              <a:buSzPct val="100000"/>
              <a:buFont typeface="+mj-lt"/>
              <a:buAutoNum type="arabicPeriod" startAt="2"/>
            </a:pPr>
            <a:r>
              <a:rPr lang="en-US" sz="195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chỉ bao phủ ba tỉnh và chưa tính chi phí thích ứng dài hạn.</a:t>
            </a: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Khuyến nghị: 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950" dirty="0">
                <a:solidFill>
                  <a:srgbClr val="08152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 tiên giống chịu mặn, lịch thời vụ linh hoạt và bảo hiểm nông nghiệp.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kiểm tra phông chữ và xuất tệp</dc:title>
  <dc:subject>PptxGenJS Presentation</dc:subject>
  <dc:creator>StickerLab proof</dc:creator>
  <cp:lastModifiedBy>StickerLab proof</cp:lastModifiedBy>
  <cp:revision>1</cp:revision>
  <dcterms:created xsi:type="dcterms:W3CDTF">2026-09-10T11:39:48Z</dcterms:created>
  <dcterms:modified xsi:type="dcterms:W3CDTF">2026-09-10T11:39:48Z</dcterms:modified>
</cp:coreProperties>
</file>